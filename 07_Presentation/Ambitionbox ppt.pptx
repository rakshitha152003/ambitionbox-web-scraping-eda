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</p:embeddedFont>
    <p:embeddedFont>
      <p:font typeface="Libre Baskerville" panose="02000000000000000000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dishetti-rakshitha-b1a33234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kshitha15200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324239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AmbitionBox</a:t>
            </a:r>
            <a:r>
              <a:rPr dirty="0"/>
              <a:t> Top 500 Companies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Web Scraping &amp; Data Analytics</a:t>
            </a:r>
            <a:endParaRPr lang="en-IN" dirty="0"/>
          </a:p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7812" y="320040"/>
            <a:ext cx="9759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ABOUT 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325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Madishetti Rakshitha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920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5A"/>
                </a:solidFill>
                <a:latin typeface="Times New Roman"/>
              </a:defRPr>
            </a:pPr>
            <a:r>
              <a:t>B.Tech Graduate | 2026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2514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Times New Roman"/>
              </a:defRPr>
            </a:pPr>
            <a:r>
              <a:t>Interested in Data Analytics &amp; Data Science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Skills: Python • Web Scraping • Regex • Pandas • Excel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4069080"/>
            <a:ext cx="9784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Project: </a:t>
            </a:r>
            <a:r>
              <a:rPr dirty="0" err="1"/>
              <a:t>AmbitionBox</a:t>
            </a:r>
            <a:r>
              <a:rPr dirty="0"/>
              <a:t> Top 500 Companies — Web Scraping &amp; Data Analytics</a:t>
            </a:r>
            <a:endParaRPr lang="en-IN" dirty="0"/>
          </a:p>
          <a:p>
            <a:pPr algn="l">
              <a:defRPr sz="1800" b="1">
                <a:solidFill>
                  <a:srgbClr val="000000"/>
                </a:solidFill>
                <a:latin typeface="Times New Roman"/>
              </a:defRPr>
            </a:pPr>
            <a:endParaRPr lang="en-IN" dirty="0"/>
          </a:p>
          <a:p>
            <a:pPr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lang="en-IN" dirty="0" err="1"/>
              <a:t>Linkedin</a:t>
            </a:r>
            <a:r>
              <a:rPr lang="en-IN" dirty="0"/>
              <a:t>: </a:t>
            </a:r>
            <a:r>
              <a:rPr lang="en-IN" dirty="0">
                <a:hlinkClick r:id="rId3"/>
              </a:rPr>
              <a:t>https://www.linkedin.com/in/madishetti-rakshitha-b1a332343</a:t>
            </a:r>
            <a:endParaRPr lang="en-IN" dirty="0"/>
          </a:p>
          <a:p>
            <a:pPr>
              <a:defRPr sz="1800" b="1">
                <a:solidFill>
                  <a:srgbClr val="000000"/>
                </a:solidFill>
                <a:latin typeface="Times New Roman"/>
              </a:defRPr>
            </a:pPr>
            <a:endParaRPr lang="en-IN" dirty="0"/>
          </a:p>
          <a:p>
            <a:pPr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lang="en-IN" dirty="0" err="1"/>
              <a:t>Github</a:t>
            </a:r>
            <a:r>
              <a:rPr lang="en-IN" dirty="0">
                <a:hlinkClick r:id="rId4"/>
              </a:rPr>
              <a:t>: https://github.com/Rakshitha152003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1"/>
          <p:cNvSpPr txBox="1"/>
          <p:nvPr/>
        </p:nvSpPr>
        <p:spPr>
          <a:xfrm>
            <a:off x="348343" y="320039"/>
            <a:ext cx="101489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TABLE OF CONTENTS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113" name="TextBox 112"/>
          <p:cNvSpPr txBox="1"/>
          <p:nvPr/>
        </p:nvSpPr>
        <p:spPr>
          <a:xfrm>
            <a:off x="348343" y="1251857"/>
            <a:ext cx="10358845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Project Overview.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Business Scenario</a:t>
            </a:r>
            <a:r>
              <a:rPr lang="en-IN" dirty="0"/>
              <a:t>.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Business Objectives.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Dataset &amp; Data Structure.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Data Cleaning &amp; Validation.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Exploratory Data Analysis.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Dashboard &amp; Visualizations.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Key Findings.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Business Recommendations.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Conclusion.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40229" y="320040"/>
            <a:ext cx="975708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143" y="1458686"/>
            <a:ext cx="10373632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Collected company information from </a:t>
            </a:r>
            <a:r>
              <a:rPr dirty="0" err="1"/>
              <a:t>AmbitionBox</a:t>
            </a:r>
            <a:r>
              <a:rPr dirty="0"/>
              <a:t> using Python.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Used Regex to extract ratings and review information from raw web content.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Cleaned and structured the scraped data using Pandas.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dirty="0" err="1"/>
              <a:t>Analysed</a:t>
            </a:r>
            <a:r>
              <a:rPr dirty="0"/>
              <a:t> ratings, reviews, industries and locations.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Built an Excel Company Intelligence Dashboard for business-focused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BUSINESS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97089"/>
            <a:ext cx="11753088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Employee ratings and reviews provide a view of workplace perception.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Companies can use employee feedback to identify areas for improvement.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Industry comparisons help understand differences across business sectors.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Location analysis highlights where companies are concentrated.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The project converts web information into structured business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44286" y="320040"/>
            <a:ext cx="9953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BUSINESS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25880"/>
            <a:ext cx="14909945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Collect company information through web scraping.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Extract relevant fields using Regex.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Clean, transform and validate the scraped dataset.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dirty="0" err="1"/>
              <a:t>Analyse</a:t>
            </a:r>
            <a:r>
              <a:rPr dirty="0"/>
              <a:t> ratings, reviews, industries and locations.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Create meaningful visualizations and an Excel dashboard.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Derive actionable business insights and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DATASET &amp; DATA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2423160" cy="100584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495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Final 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143000"/>
            <a:ext cx="2423160" cy="100584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Data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143000"/>
            <a:ext cx="2423160" cy="100584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6.63M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Total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43000"/>
            <a:ext cx="2423160" cy="100584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13,393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Average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10000"/>
                </a:solidFill>
                <a:latin typeface="Times New Roman"/>
              </a:defRPr>
            </a:pPr>
            <a:r>
              <a:t>Core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t>Company Name • Company Rating • Reviews • Industry • Location • Raw Card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10000"/>
                </a:solidFill>
                <a:latin typeface="Times New Roman"/>
              </a:defRPr>
            </a:pPr>
            <a:r>
              <a:t>Data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Times New Roman"/>
              </a:defRPr>
            </a:pPr>
            <a:r>
              <a:t>Web Pages  →  Raw Data  →  Clean Dataset  → 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DATA CLEANING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74370"/>
            <a:ext cx="10305288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Duplicate company records were identified and removed.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Ratings and review counts were converted into numeric values.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K, L and M review units were converted into actual numbers.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Missing and inconsistent categorical values were standardized.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The final dataset </a:t>
            </a:r>
            <a:r>
              <a:rPr lang="en-IN" dirty="0"/>
              <a:t>was </a:t>
            </a:r>
            <a:r>
              <a:rPr lang="en-IN" dirty="0" err="1"/>
              <a:t>va</a:t>
            </a:r>
            <a:r>
              <a:rPr dirty="0" err="1"/>
              <a:t>lidated</a:t>
            </a:r>
            <a:r>
              <a:rPr dirty="0"/>
              <a:t> for duplicates, missing values and data types.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495 clean records were prepared for final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EXPLORATORY DATA ANALYSIS</a:t>
            </a:r>
          </a:p>
        </p:txBody>
      </p:sp>
      <p:pic>
        <p:nvPicPr>
          <p:cNvPr id="8" name="Picture 7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5" y="1188720"/>
            <a:ext cx="5257800" cy="4480560"/>
          </a:xfrm>
          <a:prstGeom prst="rect">
            <a:avLst/>
          </a:prstGeom>
        </p:spPr>
      </p:pic>
      <p:pic>
        <p:nvPicPr>
          <p:cNvPr id="9" name="Picture 8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257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5028" y="320040"/>
            <a:ext cx="94522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COMPANY RATING &amp; REVIEW ANALYSIS</a:t>
            </a:r>
          </a:p>
        </p:txBody>
      </p:sp>
      <p:pic>
        <p:nvPicPr>
          <p:cNvPr id="8" name="Picture 7" descr="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257800" cy="4480560"/>
          </a:xfrm>
          <a:prstGeom prst="rect">
            <a:avLst/>
          </a:prstGeom>
        </p:spPr>
      </p:pic>
      <p:pic>
        <p:nvPicPr>
          <p:cNvPr id="9" name="Picture 8" descr="review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257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03514" y="320040"/>
            <a:ext cx="95937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INDUSTRY &amp; LOCATION ANALYSIS</a:t>
            </a:r>
          </a:p>
        </p:txBody>
      </p:sp>
      <p:pic>
        <p:nvPicPr>
          <p:cNvPr id="8" name="Picture 7" descr="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26" y="1292814"/>
            <a:ext cx="5257800" cy="4480560"/>
          </a:xfrm>
          <a:prstGeom prst="rect">
            <a:avLst/>
          </a:prstGeom>
        </p:spPr>
      </p:pic>
      <p:pic>
        <p:nvPicPr>
          <p:cNvPr id="9" name="Picture 8" descr="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257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RATING BENCHMARKING</a:t>
            </a:r>
          </a:p>
        </p:txBody>
      </p:sp>
      <p:pic>
        <p:nvPicPr>
          <p:cNvPr id="8" name="Picture 7" descr="industry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257800" cy="4480560"/>
          </a:xfrm>
          <a:prstGeom prst="rect">
            <a:avLst/>
          </a:prstGeom>
        </p:spPr>
      </p:pic>
      <p:pic>
        <p:nvPicPr>
          <p:cNvPr id="9" name="Picture 8" descr="location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257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COMPANY INTELLIGENCE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14400"/>
            <a:ext cx="2423160" cy="9601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495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Total 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914400"/>
            <a:ext cx="2423160" cy="9601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3.78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Average 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914400"/>
            <a:ext cx="2423160" cy="9601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6,629,388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Total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914400"/>
            <a:ext cx="2423160" cy="9601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13,393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Average Reviews</a:t>
            </a:r>
          </a:p>
        </p:txBody>
      </p:sp>
      <p:pic>
        <p:nvPicPr>
          <p:cNvPr id="12" name="Picture 11" descr="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0"/>
            <a:ext cx="4983480" cy="3063240"/>
          </a:xfrm>
          <a:prstGeom prst="rect">
            <a:avLst/>
          </a:prstGeom>
        </p:spPr>
      </p:pic>
      <p:pic>
        <p:nvPicPr>
          <p:cNvPr id="13" name="Picture 12" descr="review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057400"/>
            <a:ext cx="4983480" cy="3063240"/>
          </a:xfrm>
          <a:prstGeom prst="rect">
            <a:avLst/>
          </a:prstGeom>
        </p:spPr>
      </p:pic>
      <p:pic>
        <p:nvPicPr>
          <p:cNvPr id="14" name="Picture 13" descr="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5257800"/>
            <a:ext cx="4983480" cy="960120"/>
          </a:xfrm>
          <a:prstGeom prst="rect">
            <a:avLst/>
          </a:prstGeom>
        </p:spPr>
      </p:pic>
      <p:pic>
        <p:nvPicPr>
          <p:cNvPr id="15" name="Picture 14" descr="lo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5257800"/>
            <a:ext cx="49834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59970" y="320040"/>
            <a:ext cx="963734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OVERALL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The final dataset contains 495 validated companies.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The overall average company rating is 3.78.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The dataset contains approximately 6.63 million employee reviews.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Review volume varies substantially across companies.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Industry and location analysis reveals clear differences in company concentration and average ratings.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9811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BUSINESS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Monitor employee ratings regularly to track workplace perception.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Investigate recurring feedback patterns behind lower ratings.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Use review volume as an indicator of the depth of available employee feedback.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Benchmark company ratings against peers within the same industry.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Use location-level comparisons to identify regional differences.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Repeat the analysis periodically to support evidence-based workplace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22960" y="320040"/>
            <a:ext cx="9674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The project demonstrates an end-to-end web scraping and data analytics workflow.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AmbitionBox data was collected, extracted using Regex, cleaned and validated.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EDA was used to examine ratings, reviews, industries and locations.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The Excel dashboard converts the analysis into a clear company intelligence view.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 The final output shows how web data can be transformed into business insights.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472C4"/>
                </a:solidFill>
                <a:latin typeface="Times New Roman"/>
              </a:defRPr>
            </a:pPr>
            <a:r>
              <a:t>Web Data → Structured Data → Business Insights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635</Words>
  <Application>Microsoft Office PowerPoint</Application>
  <PresentationFormat>Widescreen</PresentationFormat>
  <Paragraphs>96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Lato Black</vt:lpstr>
      <vt:lpstr>Libre Baskerville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Madishetti Rakshitha</cp:lastModifiedBy>
  <cp:revision>1</cp:revision>
  <dcterms:created xsi:type="dcterms:W3CDTF">2021-02-16T05:19:01Z</dcterms:created>
  <dcterms:modified xsi:type="dcterms:W3CDTF">2026-09-10T07:55:37Z</dcterms:modified>
</cp:coreProperties>
</file>